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image" Target="../media/image-10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glamcrm-presentation/image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131281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693664"/>
            <a:ext cx="8595360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GlamCRM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267200" y="2408486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98417" y="2700486"/>
            <a:ext cx="434701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CRM diseñado para peluquerías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498460" y="3208437"/>
            <a:ext cx="414708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Gestiona tus clientes, citas y automatizaciones</a:t>
            </a:r>
            <a:endParaRPr lang="en-US" sz="15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un solo lugar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14257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El problema de las peluquerías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03598"/>
            <a:ext cx="38100" cy="50795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378297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Agendas desorganizadas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0100" y="1733699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Citas anotadas en papel o WhatsApp, sin control real de la disponibilidad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228850"/>
            <a:ext cx="38100" cy="50795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203549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Clientes que no vuelven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2558951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Sin seguimiento, pierdes clientes recurrentes sin darte cuenta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54102"/>
            <a:ext cx="38100" cy="50795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3028801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Cero visibilidad del negocio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00" y="3384203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sabes cuántos clientes nuevos obtienes, quién te genera más ingresos, ni cuándo reactivar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3879354"/>
            <a:ext cx="38100" cy="50795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854053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Tareas manuales repetitivas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0100" y="4209455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Recordatorios, seguimientos y confirmaciones que consumes horas valiosas cada semana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306860"/>
            <a:ext cx="2613764" cy="1388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</a:t>
            </a:r>
            <a:endParaRPr lang="en-US" sz="4400" dirty="0"/>
          </a:p>
          <a:p>
            <a:pPr algn="l" indent="0" marL="0">
              <a:lnSpc>
                <a:spcPts val="506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solución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06301" y="2795290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6301" y="3036540"/>
            <a:ext cx="2613764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6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 CRM diseñado específicamente para peluquerías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59101" y="508248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36802" y="457498"/>
            <a:ext cx="5207198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Pipeline visual de clientes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6802" y="906959"/>
            <a:ext cx="498749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Arrastra y suelta clientes entre estados: Nuevo, Recurrente, Inactivo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59101" y="1795463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36802" y="1744712"/>
            <a:ext cx="5207198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Calendario inteligente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6802" y="2194173"/>
            <a:ext cx="5207198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Gestiona citas con vista mensual y semanal, sin solapamientos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59101" y="2835176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36802" y="2784425"/>
            <a:ext cx="5207198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Automatizaciones inteligentes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6802" y="3233886"/>
            <a:ext cx="5207198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Recordatorios, reactivación y fidelización en piloto automático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59101" y="3874889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36802" y="3824139"/>
            <a:ext cx="5207198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Catálogo de servicios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6802" y="4273600"/>
            <a:ext cx="5207198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Organiza tus servicios con precios, duración y descripciones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41833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Pipeline Visual de Clientes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15901"/>
            <a:ext cx="2438400" cy="3670399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glamcrm-presentation/images/ico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01" y="1295251"/>
            <a:ext cx="406301" cy="4063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6752" y="1269802"/>
            <a:ext cx="146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Tablero Kanban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3501" y="1930152"/>
            <a:ext cx="2027128" cy="106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Arrastra tarjetas entre columnas para actualizar el estado de cada cliente en segundos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3501" y="3213795"/>
            <a:ext cx="1930598" cy="355402"/>
          </a:xfrm>
          <a:prstGeom prst="roundRect">
            <a:avLst>
              <a:gd name="adj" fmla="val 21441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15901" y="334074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218902" y="3315295"/>
            <a:ext cx="5247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Nuevo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3501" y="3645396"/>
            <a:ext cx="1930598" cy="355402"/>
          </a:xfrm>
          <a:prstGeom prst="roundRect">
            <a:avLst>
              <a:gd name="adj" fmla="val 21441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15901" y="377234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218902" y="3746897"/>
            <a:ext cx="8564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Recurrente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3501" y="4076998"/>
            <a:ext cx="1930598" cy="355402"/>
          </a:xfrm>
          <a:prstGeom prst="roundRect">
            <a:avLst>
              <a:gd name="adj" fmla="val 21441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15901" y="420394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218902" y="4178498"/>
            <a:ext cx="6255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Inactivo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01901" y="1015901"/>
            <a:ext cx="2438400" cy="3670399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1" descr="/home/z/my-project/glamcrm-presentation/images/icon-cli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802" y="1295251"/>
            <a:ext cx="406301" cy="40630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89053" y="1269802"/>
            <a:ext cx="146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Perfil Completo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555802" y="1930152"/>
            <a:ext cx="2027128" cy="106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Teléfono, email, historial de citas, notas y preferencias de cada cliente en un solo lugar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55802" y="3289399"/>
            <a:ext cx="1930598" cy="1143000"/>
          </a:xfrm>
          <a:prstGeom prst="roundRect">
            <a:avLst>
              <a:gd name="adj" fmla="val 888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3574852" y="3289399"/>
            <a:ext cx="0" cy="114300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46302" y="3441799"/>
            <a:ext cx="1667083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Notas ilimitadas: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Registra preferencias, alergias y detalles importantes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994202" y="1015901"/>
            <a:ext cx="2438400" cy="3670399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2" descr="/home/z/my-project/glamcrm-presentation/images/icon-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102" y="1295251"/>
            <a:ext cx="406301" cy="40630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81354" y="1269802"/>
            <a:ext cx="146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Filtros y Búsqueda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248102" y="1930152"/>
            <a:ext cx="2027128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Encuentra cualquier cliente al instante por nombre, teléfono o estado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48102" y="3467695"/>
            <a:ext cx="1034207" cy="253901"/>
          </a:xfrm>
          <a:prstGeom prst="roundRect">
            <a:avLst>
              <a:gd name="adj" fmla="val 60023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400502" y="3518446"/>
            <a:ext cx="904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Por nombre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48102" y="3823097"/>
            <a:ext cx="980033" cy="253901"/>
          </a:xfrm>
          <a:prstGeom prst="roundRect">
            <a:avLst>
              <a:gd name="adj" fmla="val 60023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400502" y="3873847"/>
            <a:ext cx="8372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Por estado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248102" y="4178498"/>
            <a:ext cx="1057721" cy="253901"/>
          </a:xfrm>
          <a:prstGeom prst="roundRect">
            <a:avLst>
              <a:gd name="adj" fmla="val 60023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400502" y="4229249"/>
            <a:ext cx="9336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Por teléfono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94816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Calendario y Gestión de Citas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19820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610320"/>
            <a:ext cx="4135011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Nunca más una cita perdida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059781"/>
            <a:ext cx="394705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Organiza tu agenda con vistas mensuales y semanales. Crea citas asignando cliente, servicio y horario en segundos.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063032"/>
            <a:ext cx="3759101" cy="129235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Detección de solapamientos</a:t>
            </a:r>
            <a:endParaRPr lang="en-US" sz="1400" dirty="0"/>
          </a:p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Vista mensual y semanal</a:t>
            </a:r>
            <a:endParaRPr lang="en-US" sz="1400" dirty="0"/>
          </a:p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Citas vinculadas a clientes y servicios</a:t>
            </a:r>
            <a:endParaRPr lang="en-US" sz="1400" dirty="0"/>
          </a:p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Historial completo de citas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73501" y="1085999"/>
            <a:ext cx="3860750" cy="3530054"/>
          </a:xfrm>
          <a:prstGeom prst="roundRect">
            <a:avLst>
              <a:gd name="adj" fmla="val 3598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27402" y="1339900"/>
            <a:ext cx="3352949" cy="660350"/>
          </a:xfrm>
          <a:prstGeom prst="roundRect">
            <a:avLst>
              <a:gd name="adj" fmla="val 15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home/z/my-project/glamcrm-presentation/images/icon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02" y="1492300"/>
            <a:ext cx="355550" cy="3555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87752" y="1493788"/>
            <a:ext cx="26978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Corte + Mecha - María García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87752" y="1693813"/>
            <a:ext cx="3017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10:00 - 11:30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26450" y="16192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27402" y="2127200"/>
            <a:ext cx="3352949" cy="660350"/>
          </a:xfrm>
          <a:prstGeom prst="roundRect">
            <a:avLst>
              <a:gd name="adj" fmla="val 15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home/z/my-project/glamcrm-presentation/images/icon-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02" y="2279600"/>
            <a:ext cx="355550" cy="3555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87752" y="2281089"/>
            <a:ext cx="26978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Tinte - Ana López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587752" y="2481114"/>
            <a:ext cx="3017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12:00 - 13:00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026450" y="240655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927402" y="2914501"/>
            <a:ext cx="3352949" cy="660350"/>
          </a:xfrm>
          <a:prstGeom prst="roundRect">
            <a:avLst>
              <a:gd name="adj" fmla="val 15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/home/z/my-project/glamcrm-presentation/images/icon-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02" y="3066901"/>
            <a:ext cx="355550" cy="3555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87752" y="3068389"/>
            <a:ext cx="26978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Peinado - Carmen Ruiz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587752" y="3268414"/>
            <a:ext cx="3017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14:30 - 15:30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026450" y="319385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927402" y="3701802"/>
            <a:ext cx="3352949" cy="660350"/>
          </a:xfrm>
          <a:prstGeom prst="roundRect">
            <a:avLst>
              <a:gd name="adj" fmla="val 15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/home/z/my-project/glamcrm-presentation/images/icon-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02" y="3854202"/>
            <a:ext cx="355550" cy="3555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87752" y="3855690"/>
            <a:ext cx="26978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Corte - Laura Martín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87752" y="4055715"/>
            <a:ext cx="3017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16:00 - 16:45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026450" y="398115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5938428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Automatizaciones Inteligentes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828526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120527"/>
            <a:ext cx="7924800" cy="860078"/>
          </a:xfrm>
          <a:prstGeom prst="roundRect">
            <a:avLst>
              <a:gd name="adj" fmla="val 1181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026" y="13077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z/my-project/glamcrm-presentation/images/icon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226" y="1383953"/>
            <a:ext cx="203150" cy="203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976" y="1307753"/>
            <a:ext cx="170779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Recordatorios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80976" y="1564928"/>
            <a:ext cx="71656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Envía recordatorios automáticos antes de cada cita. Reduce las ausencias hasta un 80%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9600" y="2133005"/>
            <a:ext cx="7924800" cy="860078"/>
          </a:xfrm>
          <a:prstGeom prst="roundRect">
            <a:avLst>
              <a:gd name="adj" fmla="val 1181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3026" y="232023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home/z/my-project/glamcrm-presentation/images/icon-mag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26" y="2396430"/>
            <a:ext cx="203150" cy="2031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0976" y="2320230"/>
            <a:ext cx="15542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Reactivación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80976" y="2577405"/>
            <a:ext cx="64891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Detecta clientes inactivos automáticamente y genera acciones para recuperarlos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09600" y="3145482"/>
            <a:ext cx="7924800" cy="860078"/>
          </a:xfrm>
          <a:prstGeom prst="roundRect">
            <a:avLst>
              <a:gd name="adj" fmla="val 1181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73026" y="333270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home/z/my-project/glamcrm-presentation/images/icon-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26" y="3408908"/>
            <a:ext cx="203150" cy="2031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0976" y="3332708"/>
            <a:ext cx="144186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Fidelización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80976" y="3589883"/>
            <a:ext cx="673113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Premia a tus clientes recurrentes con reglas automáticas de contacto y seguimiento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9600" y="4157960"/>
            <a:ext cx="7924800" cy="860078"/>
          </a:xfrm>
          <a:prstGeom prst="roundRect">
            <a:avLst>
              <a:gd name="adj" fmla="val 1181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73026" y="434518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home/z/my-project/glamcrm-presentation/images/icon-automatio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26" y="4421386"/>
            <a:ext cx="203150" cy="2031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0976" y="4345186"/>
            <a:ext cx="2304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Contacto Inteligente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80976" y="4602361"/>
            <a:ext cx="653976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Reglas que contactan clientes en el momento óptimo según su historial de visitas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71326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Resultados que Transforman tu Negocio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78396"/>
            <a:ext cx="2438400" cy="1937445"/>
          </a:xfrm>
          <a:prstGeom prst="roundRect">
            <a:avLst>
              <a:gd name="adj" fmla="val 6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6652" y="1283196"/>
            <a:ext cx="280429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1948" y="1918097"/>
            <a:ext cx="2133704" cy="74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Reducción de ausencias con recordatorios automáticos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51150" y="978396"/>
            <a:ext cx="2438400" cy="1937445"/>
          </a:xfrm>
          <a:prstGeom prst="roundRect">
            <a:avLst>
              <a:gd name="adj" fmla="val 6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49486" y="1283196"/>
            <a:ext cx="264172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3×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03498" y="1918097"/>
            <a:ext cx="2133704" cy="74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Más clientes recurrentes con seguimiento automatizado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92701" y="978396"/>
            <a:ext cx="2438400" cy="1937445"/>
          </a:xfrm>
          <a:prstGeom prst="roundRect">
            <a:avLst>
              <a:gd name="adj" fmla="val 6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91036" y="1283196"/>
            <a:ext cx="264172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5h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45049" y="1918097"/>
            <a:ext cx="2133704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Horas ahorradas por semana en gestión manual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3169741"/>
            <a:ext cx="2438400" cy="1706463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6652" y="3474541"/>
            <a:ext cx="280429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2EC4B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+45%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61948" y="4109442"/>
            <a:ext cx="2133704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Aumento en reactivación de clientes inactivos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51150" y="3169741"/>
            <a:ext cx="2438400" cy="1706463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68202" y="3474541"/>
            <a:ext cx="280429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2EC4B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403498" y="4109442"/>
            <a:ext cx="2133704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Visibilidad total de tu negocio en un tablero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2701" y="3169741"/>
            <a:ext cx="2438400" cy="1706463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09752" y="3474541"/>
            <a:ext cx="280429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2EC4B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24/7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045049" y="4109442"/>
            <a:ext cx="2133704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Automatizaciones trabajando por ti sin parar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7950"/>
            <a:ext cx="853440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Cómo Empezar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35993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131665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69950" y="225846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41996" y="2385417"/>
            <a:ext cx="156091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20919" y="2868067"/>
            <a:ext cx="115526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Regístrate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5152" y="3191917"/>
            <a:ext cx="186679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Crea tu cuenta en menos de 1 minuto, sin tarjeta de crédito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8867" y="225846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90913" y="2385417"/>
            <a:ext cx="156091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62781" y="2868067"/>
            <a:ext cx="116937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Configura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14069" y="3191917"/>
            <a:ext cx="186679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Agrega tus servicios, precios y duración. Importa tus clientes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933" y="225846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39978" y="2385417"/>
            <a:ext cx="156091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59864" y="2868067"/>
            <a:ext cx="127318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Automatiza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135" y="3191917"/>
            <a:ext cx="186679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Activa reglas de recordatorio, reactivación y fidelización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16850" y="225846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88895" y="2385417"/>
            <a:ext cx="156091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01084" y="2868067"/>
            <a:ext cx="68858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12052" y="3191917"/>
            <a:ext cx="186679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Monitorea tu pipeline y toma decisiones con datos reales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70247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Planes Accesibles para Cada Peluquería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65002"/>
            <a:ext cx="2438400" cy="372129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3501" y="1218902"/>
            <a:ext cx="507950" cy="38100"/>
          </a:xfrm>
          <a:prstGeom prst="roundRect">
            <a:avLst>
              <a:gd name="adj" fmla="val 66667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1409402"/>
            <a:ext cx="250977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Inicio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3501" y="1669703"/>
            <a:ext cx="227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Para peluquerías que arrancan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501" y="1974503"/>
            <a:ext cx="2509778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Gratis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3501" y="2431703"/>
            <a:ext cx="2509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Siempre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3501" y="2787253"/>
            <a:ext cx="1930598" cy="174385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Clientes ilimitados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Calendario completo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 automatizaciones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Servicios ilimitados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1150" y="965002"/>
            <a:ext cx="2438400" cy="3721298"/>
          </a:xfrm>
          <a:prstGeom prst="roundRect">
            <a:avLst>
              <a:gd name="adj" fmla="val 5208"/>
            </a:avLst>
          </a:prstGeom>
          <a:solidFill>
            <a:srgbClr val="1E5F8C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49825" y="863501"/>
            <a:ext cx="936575" cy="228600"/>
          </a:xfrm>
          <a:prstGeom prst="roundRect">
            <a:avLst>
              <a:gd name="adj" fmla="val 555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76775" y="901601"/>
            <a:ext cx="8874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POPULAR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5051" y="1218902"/>
            <a:ext cx="507950" cy="381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05051" y="1409402"/>
            <a:ext cx="23939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Crecimiento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05051" y="1669703"/>
            <a:ext cx="202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Para peluquerías en expansión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05051" y="2126903"/>
            <a:ext cx="2664226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505051" y="2584103"/>
            <a:ext cx="2509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 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5051" y="2939653"/>
            <a:ext cx="1930598" cy="158231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Todo lo del plan Inicio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Automatizaciones ilimitadas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Dashboard avanzado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Soporte prioritario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2701" y="965002"/>
            <a:ext cx="2438400" cy="372129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46602" y="1218902"/>
            <a:ext cx="507950" cy="38100"/>
          </a:xfrm>
          <a:prstGeom prst="roundRect">
            <a:avLst>
              <a:gd name="adj" fmla="val 6666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46602" y="1409402"/>
            <a:ext cx="23939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Profesional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46602" y="1669703"/>
            <a:ext cx="227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Multi-sucursal y equipo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6602" y="1974503"/>
            <a:ext cx="2664226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2EC4B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$29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46602" y="2431703"/>
            <a:ext cx="2509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 mes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6602" y="2787253"/>
            <a:ext cx="1930598" cy="174385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Todo lo del plan Crecimiento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Múltiples usuarios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Roles y permisos</a:t>
            </a:r>
            <a:endParaRPr lang="en-US" sz="12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API e integraciones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glamcrm-presentation/images/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home/z/my-project/glamcrm-presentation/images/icon-scisso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50" y="777627"/>
            <a:ext cx="507950" cy="5079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1488728"/>
            <a:ext cx="8595211" cy="55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 tu peluquería hoy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4267200" y="2108299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548622" y="2349550"/>
            <a:ext cx="4046756" cy="61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2800"/>
              </a:spcAft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Comienza gratis, sin tarjeta de crédito.</a:t>
            </a:r>
            <a:endParaRPr lang="en-US" sz="1600" dirty="0"/>
          </a:p>
          <a:p>
            <a:pPr algn="ctr" indent="0" marL="0">
              <a:lnSpc>
                <a:spcPts val="2240"/>
              </a:lnSpc>
              <a:spcAft>
                <a:spcPts val="2800"/>
              </a:spcAft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Tus clientes merecen la mejor experiencia.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407718" y="3273921"/>
            <a:ext cx="2328416" cy="584002"/>
          </a:xfrm>
          <a:prstGeom prst="roundRect">
            <a:avLst>
              <a:gd name="adj" fmla="val 21746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/home/z/my-project/glamcrm-presentation/images/icon-rocke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018" y="345162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44119" y="3456384"/>
            <a:ext cx="147028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glamcrm.app</a:t>
            </a:r>
            <a:endParaRPr lang="en-US" sz="1500" dirty="0"/>
          </a:p>
        </p:txBody>
      </p:sp>
      <p:pic>
        <p:nvPicPr>
          <p:cNvPr id="11" name="Image 3" descr="/home/z/my-project/glamcrm-presentation/images/icon-check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475" y="4635550"/>
            <a:ext cx="152400" cy="152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89075" y="4635550"/>
            <a:ext cx="15110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tarjeta de crédito</a:t>
            </a:r>
            <a:endParaRPr lang="en-US" sz="1100" dirty="0"/>
          </a:p>
        </p:txBody>
      </p:sp>
      <p:pic>
        <p:nvPicPr>
          <p:cNvPr id="13" name="Image 4" descr="/home/z/my-project/glamcrm-presentation/images/icon-chec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543" y="4635550"/>
            <a:ext cx="152400" cy="152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06143" y="4635550"/>
            <a:ext cx="192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en 1 minuto</a:t>
            </a:r>
            <a:endParaRPr lang="en-US" sz="1100" dirty="0"/>
          </a:p>
        </p:txBody>
      </p:sp>
      <p:pic>
        <p:nvPicPr>
          <p:cNvPr id="15" name="Image 5" descr="/home/z/my-project/glamcrm-presentation/images/icon-check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3910" y="4635550"/>
            <a:ext cx="152400" cy="1524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72510" y="4635550"/>
            <a:ext cx="14288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Soporte en español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GlamCRM - El CRM para Peluquerías</dc:title>
  <dc:subject>Presentación de Producto</dc:subject>
  <dc:creator>GlamCRM</dc:creator>
  <cp:lastModifiedBy>GlamCRM</cp:lastModifiedBy>
  <cp:revision>1</cp:revision>
  <dcterms:created xsi:type="dcterms:W3CDTF">2026-05-28T16:20:19Z</dcterms:created>
  <dcterms:modified xsi:type="dcterms:W3CDTF">2026-05-28T16:20:19Z</dcterms:modified>
</cp:coreProperties>
</file>